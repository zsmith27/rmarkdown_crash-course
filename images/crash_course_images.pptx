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8" r:id="rId3"/>
    <p:sldId id="279" r:id="rId4"/>
    <p:sldId id="280" r:id="rId5"/>
    <p:sldId id="281" r:id="rId6"/>
    <p:sldId id="282" r:id="rId7"/>
    <p:sldId id="283" r:id="rId8"/>
    <p:sldId id="284" r:id="rId9"/>
    <p:sldId id="285" r:id="rId10"/>
    <p:sldId id="286" r:id="rId11"/>
    <p:sldId id="287" r:id="rId12"/>
    <p:sldId id="288" r:id="rId13"/>
    <p:sldId id="289" r:id="rId14"/>
    <p:sldId id="290" r:id="rId15"/>
    <p:sldId id="29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0A895-BC61-427E-90F5-22149DE176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4276E5-7E4D-4805-8835-06DFB28502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747875-CAC5-4D48-94A9-681D32E5F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F1E0C-F70C-4219-BB08-8D8C0C8CD266}" type="datetimeFigureOut">
              <a:rPr lang="en-US" smtClean="0"/>
              <a:t>2/25/2020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75F78D-9DD6-4DFC-A287-147A59011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6AD6CD-F854-49CD-90DA-61C940908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180D8-6493-42CD-A4E7-F1A7E7082A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455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14207-F215-4627-A2FE-3FBC5DD97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4B3E4-0CBE-4E2F-AEED-64C493617A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9BFF7-AE94-4848-AD13-C5BAD6BE5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F1E0C-F70C-4219-BB08-8D8C0C8CD266}" type="datetimeFigureOut">
              <a:rPr lang="en-US" smtClean="0"/>
              <a:t>2/25/2020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0B643-FDE6-4C73-9317-BBDCB0D10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6F04EB-EFF8-41BA-BC6F-71DB0FFF1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180D8-6493-42CD-A4E7-F1A7E7082A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822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9FBCF-6D00-4E5D-9378-C95D9C1B0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31B4FC-D308-47E6-A76E-5A8F5F4644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40B0C-8CBD-4BE9-BF86-836E9A8CF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F1E0C-F70C-4219-BB08-8D8C0C8CD266}" type="datetimeFigureOut">
              <a:rPr lang="en-US" smtClean="0"/>
              <a:t>2/25/2020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9D3BAB-683A-4BD1-AA46-6D42C04C5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82C2B-EA67-46C6-96BC-CE163261B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180D8-6493-42CD-A4E7-F1A7E7082A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153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D4201-63FE-4F98-A3E5-90A0F1A1B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DCC19-5D10-424F-B55A-2E446C6637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9FFED0-25F1-4178-A442-DBEC9E5C42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CEA36E-5E49-4A66-8F6E-F7A3F94D5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F1E0C-F70C-4219-BB08-8D8C0C8CD266}" type="datetimeFigureOut">
              <a:rPr lang="en-US" smtClean="0"/>
              <a:t>2/25/2020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357E24-FEC5-498A-8254-E43FED5CB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F519F1-B389-4EF0-82F3-D2F30DACF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180D8-6493-42CD-A4E7-F1A7E7082A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172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5004C-E779-4B7C-B073-98F806AC1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7F9985-9589-4EE1-AA79-44108C6889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D506F1-66E9-4D02-A5EF-FFE8C44332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A9C35C-A587-4278-A40C-2A662929F5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E63EF6-829B-473E-B78C-CD4EFEE484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EBBD65-CBFE-4C30-A2E4-F7C63A9BC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F1E0C-F70C-4219-BB08-8D8C0C8CD266}" type="datetimeFigureOut">
              <a:rPr lang="en-US" smtClean="0"/>
              <a:t>2/25/2020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980831-FCCA-4849-9BA0-58D8FB8B1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73431A-5658-4297-91E3-A649E6AD9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180D8-6493-42CD-A4E7-F1A7E7082A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063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C18AF-A30C-404D-B1FF-A812E78C7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6430F7-C459-408B-BBB5-B29FE7ACD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F1E0C-F70C-4219-BB08-8D8C0C8CD266}" type="datetimeFigureOut">
              <a:rPr lang="en-US" smtClean="0"/>
              <a:t>2/25/2020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1B1011-6777-46D4-8A2E-EBC3C1FF1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DB04C5-5888-49A2-ABD6-CC8021C27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180D8-6493-42CD-A4E7-F1A7E7082A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304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7CB0F7-2658-44F9-B41A-4AFB5FE36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F1E0C-F70C-4219-BB08-8D8C0C8CD266}" type="datetimeFigureOut">
              <a:rPr lang="en-US" smtClean="0"/>
              <a:t>2/25/2020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D5DEC0-8F7C-4451-B605-EDFFAA727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8C0485-C28C-4E1B-829E-5F1846136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180D8-6493-42CD-A4E7-F1A7E7082A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729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CA37B-71AD-4B58-B0B7-605E69A81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85587-28F8-421D-A150-AECFF7FA0B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048313-878A-4795-AD30-1F05895BD9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91CFB0-5933-44F2-87E5-BA462E258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F1E0C-F70C-4219-BB08-8D8C0C8CD266}" type="datetimeFigureOut">
              <a:rPr lang="en-US" smtClean="0"/>
              <a:t>2/25/2020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AE5063-B3B2-433C-BC6E-8276ABE26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D275B-12B4-4D31-B034-950E01DB2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180D8-6493-42CD-A4E7-F1A7E7082A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869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2F597-8D99-43D5-9597-E4C925637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EB27AD-B021-49E4-9A05-7001CB946B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C3FA68-6A78-4BAC-9E04-9E09BB4C87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141B3A-8628-48CB-B0AF-76CC4F187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F1E0C-F70C-4219-BB08-8D8C0C8CD266}" type="datetimeFigureOut">
              <a:rPr lang="en-US" smtClean="0"/>
              <a:t>2/25/2020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D62BBD-B51B-41CC-9253-F2F2D9E89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9EBE55-D113-4FF3-874F-CC21D784B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180D8-6493-42CD-A4E7-F1A7E7082A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927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5334B-514D-45BF-B7D3-4B683CD4C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76455C-0162-4779-975B-6B1376C610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D5CB91-79C9-4162-9304-2D3455397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F1E0C-F70C-4219-BB08-8D8C0C8CD266}" type="datetimeFigureOut">
              <a:rPr lang="en-US" smtClean="0"/>
              <a:t>2/25/2020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08606C-0BFD-4F3F-8693-57D578A5A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7D6AD0-9BC2-45BB-8457-D85CE267F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180D8-6493-42CD-A4E7-F1A7E7082A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412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37A3FF-DA00-475B-AB5E-E3C8EC3E15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73E294-DC09-4DAB-8450-586519A4A9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53E39-313D-4A04-B76B-B68EAE10E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F1E0C-F70C-4219-BB08-8D8C0C8CD266}" type="datetimeFigureOut">
              <a:rPr lang="en-US" smtClean="0"/>
              <a:t>2/25/2020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BCA96B-9A8D-437D-AAC6-2E5777E69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10AEBD-C948-4F9B-9F12-0D953C922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180D8-6493-42CD-A4E7-F1A7E7082A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463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E41D0D-5275-4D6A-AFD5-0AE30290E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C94F7E-19CF-4471-8E7D-2C81C648C0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3023C-192A-439A-9457-2F0B7B2BF3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6F1E0C-F70C-4219-BB08-8D8C0C8CD266}" type="datetimeFigureOut">
              <a:rPr lang="en-US" smtClean="0"/>
              <a:t>2/25/2020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BB7045-6B72-4E7D-84DC-35FD35936A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D2D79-9924-433C-8ADC-B538B88CFD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B180D8-6493-42CD-A4E7-F1A7E7082A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2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7556B-865F-46A9-A63D-D0FD6853A6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81B769-BB32-4FF9-87AE-D3BD62DE48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049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52EE1-8260-45E1-88C4-5C1F685B2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YAML Header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0BCAB-AC10-4381-9266-4FCB9F6C19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2650" y="1825625"/>
            <a:ext cx="7886700" cy="592260"/>
          </a:xfrm>
        </p:spPr>
        <p:txBody>
          <a:bodyPr/>
          <a:lstStyle/>
          <a:p>
            <a:r>
              <a:rPr lang="en-US" b="1" dirty="0"/>
              <a:t>YAML: </a:t>
            </a:r>
            <a:r>
              <a:rPr lang="en-US" dirty="0"/>
              <a:t>YAML </a:t>
            </a:r>
            <a:r>
              <a:rPr lang="en-US" dirty="0" err="1"/>
              <a:t>Ain’t</a:t>
            </a:r>
            <a:r>
              <a:rPr lang="en-US" dirty="0"/>
              <a:t> Markup Language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0D2B93-CF1A-4A71-AB27-3441434971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776" t="2428" r="5866" b="6434"/>
          <a:stretch/>
        </p:blipFill>
        <p:spPr>
          <a:xfrm>
            <a:off x="1871297" y="4083736"/>
            <a:ext cx="4369777" cy="16002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43F57A-21D1-4624-B436-CF830FA648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3785" y="4042514"/>
            <a:ext cx="2469094" cy="1682642"/>
          </a:xfrm>
          <a:prstGeom prst="rect">
            <a:avLst/>
          </a:prstGeom>
        </p:spPr>
      </p:pic>
      <p:sp>
        <p:nvSpPr>
          <p:cNvPr id="8" name="Arrow: Down 7">
            <a:extLst>
              <a:ext uri="{FF2B5EF4-FFF2-40B4-BE49-F238E27FC236}">
                <a16:creationId xmlns:a16="http://schemas.microsoft.com/office/drawing/2014/main" id="{9F195972-30CB-4579-A94C-E48986F5B05E}"/>
              </a:ext>
            </a:extLst>
          </p:cNvPr>
          <p:cNvSpPr/>
          <p:nvPr/>
        </p:nvSpPr>
        <p:spPr>
          <a:xfrm rot="16200000">
            <a:off x="6654332" y="4309290"/>
            <a:ext cx="616197" cy="1149088"/>
          </a:xfrm>
          <a:prstGeom prst="down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F4B067-079F-4EF7-84D8-43F0325A44B5}"/>
              </a:ext>
            </a:extLst>
          </p:cNvPr>
          <p:cNvSpPr txBox="1"/>
          <p:nvPr/>
        </p:nvSpPr>
        <p:spPr>
          <a:xfrm>
            <a:off x="1871297" y="2965296"/>
            <a:ext cx="4369776" cy="1077218"/>
          </a:xfrm>
          <a:prstGeom prst="rect">
            <a:avLst/>
          </a:prstGeom>
          <a:solidFill>
            <a:srgbClr val="DA5C5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YAML Header in R Markdown File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5AAE08-749A-4690-AC44-946C19F3F3FB}"/>
              </a:ext>
            </a:extLst>
          </p:cNvPr>
          <p:cNvSpPr txBox="1"/>
          <p:nvPr/>
        </p:nvSpPr>
        <p:spPr>
          <a:xfrm>
            <a:off x="7536975" y="2965296"/>
            <a:ext cx="2615905" cy="107721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Rendered YAML Header</a:t>
            </a:r>
          </a:p>
        </p:txBody>
      </p:sp>
    </p:spTree>
    <p:extLst>
      <p:ext uri="{BB962C8B-B14F-4D97-AF65-F5344CB8AC3E}">
        <p14:creationId xmlns:p14="http://schemas.microsoft.com/office/powerpoint/2010/main" val="2653308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52EE1-8260-45E1-88C4-5C1F685B2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YAML Header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0BCAB-AC10-4381-9266-4FCB9F6C19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2650" y="1825625"/>
            <a:ext cx="7886700" cy="942282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toc: table of contents based on headers.</a:t>
            </a:r>
          </a:p>
          <a:p>
            <a:r>
              <a:rPr lang="en-US" b="1" dirty="0" err="1"/>
              <a:t>number_sections</a:t>
            </a:r>
            <a:r>
              <a:rPr lang="en-US" b="1" dirty="0"/>
              <a:t>: automatically generate numbered sections based on headers.</a:t>
            </a:r>
            <a:endParaRPr lang="en-US" dirty="0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9F195972-30CB-4579-A94C-E48986F5B05E}"/>
              </a:ext>
            </a:extLst>
          </p:cNvPr>
          <p:cNvSpPr/>
          <p:nvPr/>
        </p:nvSpPr>
        <p:spPr>
          <a:xfrm rot="16200000">
            <a:off x="6266728" y="4281632"/>
            <a:ext cx="616197" cy="1149088"/>
          </a:xfrm>
          <a:prstGeom prst="down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F4B067-079F-4EF7-84D8-43F0325A44B5}"/>
              </a:ext>
            </a:extLst>
          </p:cNvPr>
          <p:cNvSpPr txBox="1"/>
          <p:nvPr/>
        </p:nvSpPr>
        <p:spPr>
          <a:xfrm>
            <a:off x="2152650" y="2965296"/>
            <a:ext cx="3395766" cy="1077218"/>
          </a:xfrm>
          <a:prstGeom prst="rect">
            <a:avLst/>
          </a:prstGeom>
          <a:solidFill>
            <a:srgbClr val="DA5C5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YAML Header in R Markdown File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5AAE08-749A-4690-AC44-946C19F3F3FB}"/>
              </a:ext>
            </a:extLst>
          </p:cNvPr>
          <p:cNvSpPr txBox="1"/>
          <p:nvPr/>
        </p:nvSpPr>
        <p:spPr>
          <a:xfrm>
            <a:off x="7536975" y="2965296"/>
            <a:ext cx="2615905" cy="107721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Rendered YAML Header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CC1A212-BC45-4F8C-A905-3A316645B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650" y="4042515"/>
            <a:ext cx="3395766" cy="202404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B110BA1-4DC4-41CB-99A9-C05047D77F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1234" y="4042514"/>
            <a:ext cx="2487384" cy="2243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105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52EE1-8260-45E1-88C4-5C1F685B2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YAML Header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0BCAB-AC10-4381-9266-4FCB9F6C19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2650" y="1645824"/>
            <a:ext cx="7886700" cy="1075837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 err="1"/>
              <a:t>toc_float</a:t>
            </a:r>
            <a:r>
              <a:rPr lang="en-US" b="1" dirty="0"/>
              <a:t>: create a floating table of contents that will always be available as you scroll through the document. Only applicable to HTML documents.</a:t>
            </a:r>
            <a:endParaRPr lang="en-US" dirty="0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9F195972-30CB-4579-A94C-E48986F5B05E}"/>
              </a:ext>
            </a:extLst>
          </p:cNvPr>
          <p:cNvSpPr/>
          <p:nvPr/>
        </p:nvSpPr>
        <p:spPr>
          <a:xfrm rot="16200000">
            <a:off x="5612123" y="4372657"/>
            <a:ext cx="616197" cy="967034"/>
          </a:xfrm>
          <a:prstGeom prst="down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F4B067-079F-4EF7-84D8-43F0325A44B5}"/>
              </a:ext>
            </a:extLst>
          </p:cNvPr>
          <p:cNvSpPr txBox="1"/>
          <p:nvPr/>
        </p:nvSpPr>
        <p:spPr>
          <a:xfrm>
            <a:off x="1968016" y="2965296"/>
            <a:ext cx="3395766" cy="1077218"/>
          </a:xfrm>
          <a:prstGeom prst="rect">
            <a:avLst/>
          </a:prstGeom>
          <a:solidFill>
            <a:srgbClr val="DA5C5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YAML Header in R Markdown File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5AAE08-749A-4690-AC44-946C19F3F3FB}"/>
              </a:ext>
            </a:extLst>
          </p:cNvPr>
          <p:cNvSpPr txBox="1"/>
          <p:nvPr/>
        </p:nvSpPr>
        <p:spPr>
          <a:xfrm>
            <a:off x="6658712" y="2965296"/>
            <a:ext cx="3824654" cy="107721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Rendered YAML Header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645D95-3559-489E-8440-529E6A73634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475"/>
          <a:stretch/>
        </p:blipFill>
        <p:spPr>
          <a:xfrm>
            <a:off x="6469322" y="4286151"/>
            <a:ext cx="4014044" cy="11400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7B3BCEA-076A-4083-82D9-54B9EC7EFB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8016" y="4042515"/>
            <a:ext cx="3395766" cy="2033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546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rrow: Down 3">
            <a:extLst>
              <a:ext uri="{FF2B5EF4-FFF2-40B4-BE49-F238E27FC236}">
                <a16:creationId xmlns:a16="http://schemas.microsoft.com/office/drawing/2014/main" id="{F23C1FC5-E16A-4C10-879A-81B1A0601E15}"/>
              </a:ext>
            </a:extLst>
          </p:cNvPr>
          <p:cNvSpPr/>
          <p:nvPr/>
        </p:nvSpPr>
        <p:spPr>
          <a:xfrm rot="16200000">
            <a:off x="5612123" y="4372657"/>
            <a:ext cx="616197" cy="967034"/>
          </a:xfrm>
          <a:prstGeom prst="down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7A4AAF-9548-41FE-9CC9-0A08000114D8}"/>
              </a:ext>
            </a:extLst>
          </p:cNvPr>
          <p:cNvSpPr txBox="1"/>
          <p:nvPr/>
        </p:nvSpPr>
        <p:spPr>
          <a:xfrm>
            <a:off x="1968016" y="2965296"/>
            <a:ext cx="3395766" cy="1077218"/>
          </a:xfrm>
          <a:prstGeom prst="rect">
            <a:avLst/>
          </a:prstGeom>
          <a:solidFill>
            <a:srgbClr val="DA5C5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YAML Header in R Markdown File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AF84D6-0B21-4988-8CB8-2D89CCAAD0C0}"/>
              </a:ext>
            </a:extLst>
          </p:cNvPr>
          <p:cNvSpPr txBox="1"/>
          <p:nvPr/>
        </p:nvSpPr>
        <p:spPr>
          <a:xfrm>
            <a:off x="6460227" y="2965296"/>
            <a:ext cx="4721228" cy="107721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Rendered YAML </a:t>
            </a:r>
          </a:p>
          <a:p>
            <a:pPr algn="ctr"/>
            <a:r>
              <a:rPr lang="en-US" sz="3200" b="1" dirty="0"/>
              <a:t>Header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DA4C53-2CAA-46DA-BEE6-32F5CEB1139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475"/>
          <a:stretch/>
        </p:blipFill>
        <p:spPr>
          <a:xfrm>
            <a:off x="6469322" y="4286151"/>
            <a:ext cx="4014044" cy="114005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B182DC9-0FF6-48F9-834A-657ECC6CE63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678" t="11106" r="40619" b="69555"/>
          <a:stretch/>
        </p:blipFill>
        <p:spPr>
          <a:xfrm>
            <a:off x="1968015" y="4042514"/>
            <a:ext cx="3395767" cy="212241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00667C8-3DDA-4FE3-AB96-7C0AEB3D48F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425" t="8807" r="42973" b="58946"/>
          <a:stretch/>
        </p:blipFill>
        <p:spPr>
          <a:xfrm>
            <a:off x="6451131" y="4437760"/>
            <a:ext cx="4739420" cy="1976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800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F81505D-E011-43C9-BA49-1AEC3425C38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647" t="6605" r="9986" b="69542"/>
          <a:stretch/>
        </p:blipFill>
        <p:spPr>
          <a:xfrm>
            <a:off x="2813109" y="3098069"/>
            <a:ext cx="6294194" cy="15536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4268A23-53FF-4B4D-8877-2A3041A5614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94" t="11669" r="47018" b="65974"/>
          <a:stretch/>
        </p:blipFill>
        <p:spPr>
          <a:xfrm>
            <a:off x="2813109" y="1531490"/>
            <a:ext cx="6294194" cy="1463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8065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DEDDBA6-1175-4331-A31B-91BDEA9147E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52" t="5749" r="716" b="67339"/>
          <a:stretch/>
        </p:blipFill>
        <p:spPr>
          <a:xfrm>
            <a:off x="2695659" y="3737298"/>
            <a:ext cx="6345921" cy="19336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DA42FE-A08E-41B9-8290-962C922951D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43" t="11542" r="47431" b="63560"/>
          <a:stretch/>
        </p:blipFill>
        <p:spPr>
          <a:xfrm>
            <a:off x="2695660" y="2101444"/>
            <a:ext cx="6294194" cy="1644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8919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254B94F-A282-4B9F-AFCF-1EE0A24474B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11" t="6361" r="1002" b="73333"/>
          <a:stretch/>
        </p:blipFill>
        <p:spPr>
          <a:xfrm>
            <a:off x="2485933" y="4343045"/>
            <a:ext cx="6294195" cy="15040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DB67867-F011-4A71-8B37-5C63D478327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69" t="11796" r="47206" b="63306"/>
          <a:stretch/>
        </p:blipFill>
        <p:spPr>
          <a:xfrm>
            <a:off x="2485934" y="2680284"/>
            <a:ext cx="6294194" cy="1644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8058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28319F1-9BC9-439C-8547-3FE5EE36DFC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766" t="17737" r="10801" b="71743"/>
          <a:stretch/>
        </p:blipFill>
        <p:spPr>
          <a:xfrm>
            <a:off x="2860646" y="1216404"/>
            <a:ext cx="6467912" cy="7214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E2A494F-A4A1-48CA-AF0C-3BFDA3F11FD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31" t="24880" r="46951" b="66355"/>
          <a:stretch/>
        </p:blipFill>
        <p:spPr>
          <a:xfrm>
            <a:off x="2923563" y="637563"/>
            <a:ext cx="6342077" cy="5788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EDBAD8D-E2C1-4759-B0C1-33A7466D86D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88" t="25261" r="47294" b="65974"/>
          <a:stretch/>
        </p:blipFill>
        <p:spPr>
          <a:xfrm>
            <a:off x="2860646" y="4920144"/>
            <a:ext cx="6342077" cy="5788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A0DBC3-3F05-44ED-8FBF-60A9AD4F794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766" t="22874" r="10801" b="71743"/>
          <a:stretch/>
        </p:blipFill>
        <p:spPr>
          <a:xfrm>
            <a:off x="2797728" y="5572385"/>
            <a:ext cx="6467912" cy="3691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E7F2677-22A1-463D-9596-C602A1BE6C3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169" t="25769" r="47432" b="64957"/>
          <a:stretch/>
        </p:blipFill>
        <p:spPr>
          <a:xfrm>
            <a:off x="2860647" y="2968205"/>
            <a:ext cx="6306901" cy="6163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4D5E50D-9562-48D0-A0BF-3B7FEDBCBD3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766" t="17737" r="10801" b="71743"/>
          <a:stretch/>
        </p:blipFill>
        <p:spPr>
          <a:xfrm>
            <a:off x="2860646" y="3598780"/>
            <a:ext cx="6306901" cy="721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8240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F91554F-1213-4800-8460-1B14470A64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08" t="11542" r="47224" b="55685"/>
          <a:stretch/>
        </p:blipFill>
        <p:spPr>
          <a:xfrm>
            <a:off x="2966906" y="134222"/>
            <a:ext cx="6274965" cy="21643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F99FE6F-2809-47DA-8482-59CE69C7C55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156" t="6728" r="10393" b="18287"/>
          <a:stretch/>
        </p:blipFill>
        <p:spPr>
          <a:xfrm>
            <a:off x="2966906" y="2298583"/>
            <a:ext cx="6274965" cy="4925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4540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A040077-34DB-4CF2-9B4D-0CBC1A8D7B1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648" t="6605" r="9986" b="34068"/>
          <a:stretch/>
        </p:blipFill>
        <p:spPr>
          <a:xfrm>
            <a:off x="2861562" y="2525087"/>
            <a:ext cx="6274965" cy="38523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E9FA588-5C41-46BA-9967-144A3EF7485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32" t="11630" r="47500" b="55597"/>
          <a:stretch/>
        </p:blipFill>
        <p:spPr>
          <a:xfrm>
            <a:off x="2860644" y="360725"/>
            <a:ext cx="6274967" cy="2164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9379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69EE4BF-56C2-4571-9DBE-4FE6235BB2D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139" t="6360" r="9071" b="33700"/>
          <a:stretch/>
        </p:blipFill>
        <p:spPr>
          <a:xfrm>
            <a:off x="2966905" y="2063692"/>
            <a:ext cx="6258187" cy="38140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AC56739-F1B7-4D03-9A11-160F4A25B32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70" t="11669" r="47500" b="55558"/>
          <a:stretch/>
        </p:blipFill>
        <p:spPr>
          <a:xfrm>
            <a:off x="2966906" y="-100668"/>
            <a:ext cx="6258187" cy="216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5057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407682F-E357-4D99-AA78-E5874AEA699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749" t="17737" r="9375" b="51804"/>
          <a:stretch/>
        </p:blipFill>
        <p:spPr>
          <a:xfrm>
            <a:off x="159391" y="1174459"/>
            <a:ext cx="6669248" cy="20888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11CD03C-32DC-425B-917F-782D803E3D4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01" t="24499" r="47156" b="66228"/>
          <a:stretch/>
        </p:blipFill>
        <p:spPr>
          <a:xfrm>
            <a:off x="302004" y="474915"/>
            <a:ext cx="6342076" cy="6156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00AB4C2-EB10-450C-9B51-76D882D083B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26" t="23992" r="47225" b="66354"/>
          <a:stretch/>
        </p:blipFill>
        <p:spPr>
          <a:xfrm>
            <a:off x="302004" y="3867324"/>
            <a:ext cx="6333688" cy="6375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641D28-6A3A-4755-B342-7DA8553A852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0665" t="18104" r="10190" b="76637"/>
          <a:stretch/>
        </p:blipFill>
        <p:spPr>
          <a:xfrm>
            <a:off x="230697" y="4504888"/>
            <a:ext cx="6526636" cy="360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2601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C86C3-89F0-459F-B4EA-8CBA4D34A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29D03-84D7-4FCE-96A9-3B6BC7EE57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730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3589E-024B-4251-ABD8-14B6D05C8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4B1A5-0973-46C7-A1A2-7E1FF109AF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3479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1445</TotalTime>
  <Words>97</Words>
  <Application>Microsoft Office PowerPoint</Application>
  <PresentationFormat>Widescreen</PresentationFormat>
  <Paragraphs>16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PowerPoint Presentation</vt:lpstr>
      <vt:lpstr>YAML Header</vt:lpstr>
      <vt:lpstr>YAML Header</vt:lpstr>
      <vt:lpstr>YAML Header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Smith, Zachary M (DEC)</dc:creator>
  <cp:lastModifiedBy>Smith, Zachary M (DEC)</cp:lastModifiedBy>
  <cp:revision>6</cp:revision>
  <dcterms:created xsi:type="dcterms:W3CDTF">2020-02-25T18:49:52Z</dcterms:created>
  <dcterms:modified xsi:type="dcterms:W3CDTF">2020-02-26T18:55:41Z</dcterms:modified>
</cp:coreProperties>
</file>